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Collections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Agentic AI System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High delinquency impacts revenue</a:t>
            </a:r>
          </a:p>
          <a:p>
            <a:pPr/>
            <a:r>
              <a:t>Manual collections are inefficient</a:t>
            </a:r>
          </a:p>
          <a:p>
            <a:pPr/>
            <a:r>
              <a:t>Need scalable AI-driven solution</a:t>
            </a:r>
          </a:p>
        </p:txBody>
      </p:sp>
      <p:sp>
        <p:nvSpPr>
          <p:cNvPr id="5" name="Oval 4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Customer Data Input</a:t>
            </a:r>
          </a:p>
          <a:p>
            <a:pPr/>
            <a:r>
              <a:t>Risk Prediction Model</a:t>
            </a:r>
          </a:p>
          <a:p>
            <a:pPr/>
            <a:r>
              <a:t>Decision Engine</a:t>
            </a:r>
          </a:p>
          <a:p>
            <a:pPr/>
            <a:r>
              <a:t>Automated / Human Actions</a:t>
            </a:r>
          </a:p>
          <a:p>
            <a:pPr/>
            <a:r>
              <a:t>Learning Feedback Loop</a:t>
            </a:r>
          </a:p>
        </p:txBody>
      </p:sp>
      <p:sp>
        <p:nvSpPr>
          <p:cNvPr id="5" name="Oval 4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Agentic AI Role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Autonomous: scoring, reminders</a:t>
            </a:r>
          </a:p>
          <a:p>
            <a:pPr/>
            <a:r>
              <a:t>Human: approvals, high-risk cases</a:t>
            </a:r>
          </a:p>
          <a:p>
            <a:pPr/>
            <a:r>
              <a:t>Hybrid ensures control + efficiency</a:t>
            </a:r>
          </a:p>
        </p:txBody>
      </p:sp>
      <p:sp>
        <p:nvSpPr>
          <p:cNvPr id="5" name="Oval 4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Responsible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Fairness across customer groups</a:t>
            </a:r>
          </a:p>
          <a:p>
            <a:pPr/>
            <a:r>
              <a:t>Explainable predictions</a:t>
            </a:r>
          </a:p>
          <a:p>
            <a:pPr/>
            <a:r>
              <a:t>Regulatory compliance</a:t>
            </a:r>
          </a:p>
          <a:p>
            <a:pPr/>
            <a:r>
              <a:t>Human oversight</a:t>
            </a:r>
          </a:p>
        </p:txBody>
      </p:sp>
      <p:sp>
        <p:nvSpPr>
          <p:cNvPr id="5" name="Oval 4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Business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15–25% delinquency reduction</a:t>
            </a:r>
          </a:p>
          <a:p>
            <a:pPr/>
            <a:r>
              <a:t>Higher repayment rates</a:t>
            </a:r>
          </a:p>
          <a:p>
            <a:pPr/>
            <a:r>
              <a:t>Lower operational costs</a:t>
            </a:r>
          </a:p>
          <a:p>
            <a:pPr/>
            <a:r>
              <a:t>Improved scalability</a:t>
            </a:r>
          </a:p>
        </p:txBody>
      </p:sp>
      <p:sp>
        <p:nvSpPr>
          <p:cNvPr id="5" name="Oval 4"/>
          <p:cNvSpPr/>
          <p:nvPr/>
        </p:nvSpPr>
        <p:spPr>
          <a:xfrm>
            <a:off x="6400800" y="1828800"/>
            <a:ext cx="1828800" cy="18288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